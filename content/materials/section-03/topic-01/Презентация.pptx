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3.1 «Что такое цикл и зачем он нужен?»,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3.1 «Что такое цикл и зачем он нужен?»,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3.1 «Что такое цикл и зачем он нужен?»,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3.1 «Что такое цикл и зачем он нужен?»,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3.1 «Что такое цикл и зачем он нужен?»,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3.1 «Что такое цикл и зачем он нужен?»,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3.1 «Что такое цикл и зачем он нужен?»,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838200"/>
            <a:ext cx="1082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8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3. Циклы и повторения</a:t>
            </a:r>
            <a:endParaRPr lang="ru-RU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1968500"/>
            <a:ext cx="10820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цикл и зачем он нужен?</a:t>
            </a:r>
            <a:endParaRPr lang="ru-RU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4381500"/>
            <a:ext cx="10820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4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Повторение команд с известным числом шагов</a:t>
            </a:r>
            <a:endParaRPr lang="ru-RU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повторяет цикл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выполняет одну и ту же группу команд несколько раз.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 цикла: команды, которые нужно повторить.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повторений: сколько раз выполнить всё тело.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поднять и опустить руки четыре раза. Повторяется пара движений.</a:t>
            </a:r>
            <a:endParaRPr lang="ru-RU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шага в блоках и коде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ru-RU" sz="2100" dirty="0"/>
          </a:p>
        </p:txBody>
      </p:sp>
      <p:sp>
        <p:nvSpPr>
          <p:cNvPr id="7" name="Text 4"/>
          <p:cNvSpPr/>
          <p:nvPr/>
        </p:nvSpPr>
        <p:spPr>
          <a:xfrm>
            <a:off x="685800" y="22987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robot.forward(1)</a:t>
            </a:r>
            <a:endParaRPr lang="ru-RU" sz="2100" dirty="0"/>
          </a:p>
        </p:txBody>
      </p:sp>
      <p:sp>
        <p:nvSpPr>
          <p:cNvPr id="8" name="Text 5"/>
          <p:cNvSpPr/>
          <p:nvPr/>
        </p:nvSpPr>
        <p:spPr>
          <a:xfrm>
            <a:off x="685800" y="29464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блоках: «Повторить 3 раза», внутри движение вперёд на 1 клетку.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5072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коде: отступ относит движение к телу цикла. Машина пытается пройти три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8648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клетки.</a:t>
            </a:r>
            <a:endParaRPr lang="ru-RU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после цикла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ru-RU" sz="2100" dirty="0"/>
          </a:p>
        </p:txBody>
      </p:sp>
      <p:sp>
        <p:nvSpPr>
          <p:cNvPr id="7" name="Text 4"/>
          <p:cNvSpPr/>
          <p:nvPr/>
        </p:nvSpPr>
        <p:spPr>
          <a:xfrm>
            <a:off x="685800" y="22987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robot.forward(1)</a:t>
            </a:r>
            <a:endParaRPr lang="ru-RU" sz="2100" dirty="0"/>
          </a:p>
        </p:txBody>
      </p:sp>
      <p:sp>
        <p:nvSpPr>
          <p:cNvPr id="8" name="Text 5"/>
          <p:cNvSpPr/>
          <p:nvPr/>
        </p:nvSpPr>
        <p:spPr>
          <a:xfrm>
            <a:off x="685800" y="26543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robot.turn_left()</a:t>
            </a:r>
            <a:endParaRPr lang="ru-RU" sz="2100" dirty="0"/>
          </a:p>
        </p:txBody>
      </p:sp>
      <p:sp>
        <p:nvSpPr>
          <p:cNvPr id="9" name="Text 6"/>
          <p:cNvSpPr/>
          <p:nvPr/>
        </p:nvSpPr>
        <p:spPr>
          <a:xfrm>
            <a:off x="685800" y="33020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Движение повторяется три раза. Затем машина один раз поворачивает налево.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8628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добавить отступ перед поворотом, он тоже начнёт повторяться. Маршрут</a:t>
            </a:r>
            <a:endParaRPr lang="ru-RU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42204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изменится.</a:t>
            </a:r>
            <a:endParaRPr lang="ru-RU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каждого повтора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повтор: один шаг. Второй: ещё один. Третий: ещё один.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запуском проверь все клетки пути и границы поля.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сокращает запись. Количество движений от этого не уменьшается.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EasyCode число повторений задаём числом. Переменную i в вычислениях пока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используем.</a:t>
            </a:r>
            <a:endParaRPr lang="ru-RU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на поле машины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Спланируй путь на исходном поле и найди свободный прямой участок из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3007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нескольких клеток.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8615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Вместо нескольких одинаковых команд движения собери цикл с движением на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2191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одну клетку внутри.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7800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Поворот, который нужен только в конце прямого участка, оставь снаружи цикла.</a:t>
            </a:r>
            <a:endParaRPr lang="ru-RU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434086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Дополни маршрут до финиша и проверь, совпало ли реальное число шагов с</a:t>
            </a:r>
            <a:endParaRPr lang="ru-RU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469849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твоим расчётом.</a:t>
            </a:r>
            <a:endParaRPr lang="ru-RU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3.1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для самопроверки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Какие команды входят в тело цикла?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Сколько раз выполнится поворот без отступа после цикла?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Почему короткая программа всё ещё может столкнуться с препятствием?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удобен, когда одна и та же группа действий действительно повторяется.</a:t>
            </a:r>
            <a:endParaRPr lang="ru-RU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такое цикл и зачем он нужен?</dc:title>
  <dc:subject>Учебные материалы, тема 3.1</dc:subject>
  <dc:creator>EasyCode</dc:creator>
  <cp:lastModifiedBy>EasyCode</cp:lastModifiedBy>
  <cp:revision>1</cp:revision>
  <dcterms:created xsi:type="dcterms:W3CDTF">2026-10-13T16:55:25Z</dcterms:created>
  <dcterms:modified xsi:type="dcterms:W3CDTF">2026-10-13T16:55:25Z</dcterms:modified>
</cp:coreProperties>
</file>