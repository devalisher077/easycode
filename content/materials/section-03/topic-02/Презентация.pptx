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3.2 «Создание алгоритмов с повторениями»,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3.2 «Создание алгоритмов с повторениями»,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3.2 «Создание алгоритмов с повторениями»,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3.2 «Создание алгоритмов с повторениями»,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3.2 «Создание алгоритмов с повторениями»,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3.2 «Создание алгоритмов с повторениями»,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3.2 «Создание алгоритмов с повторениями»,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838200"/>
            <a:ext cx="1082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8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3. Циклы и повторения</a:t>
            </a:r>
            <a:endParaRPr lang="ru-RU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968500"/>
            <a:ext cx="10820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алгоритмов с повторениями</a:t>
            </a:r>
            <a:endParaRPr lang="ru-RU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4381500"/>
            <a:ext cx="10820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4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Повторяющиеся группы и вложенные циклы</a:t>
            </a:r>
            <a:endParaRPr lang="ru-RU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Повторяющаяся группа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Повторяться может несколько команд в одном порядке.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Например: шаг, поворот направо, шаг, поворот налево.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найди начало и конец одинаковой группы.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Отличающийся последний участок оставь после цикла. Проверь, помещается ли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на карте.</a:t>
            </a:r>
            <a:endParaRPr lang="ru-RU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клеток получится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range(2):</a:t>
            </a:r>
            <a:endParaRPr lang="ru-RU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22987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robot.forward(2)</a:t>
            </a:r>
            <a:endParaRPr lang="ru-RU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26543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robot.turn_left()</a:t>
            </a:r>
            <a:endParaRPr lang="ru-RU" sz="2100" dirty="0"/>
          </a:p>
        </p:txBody>
      </p:sp>
      <p:sp>
        <p:nvSpPr>
          <p:cNvPr id="9" name="Text 6"/>
          <p:cNvSpPr/>
          <p:nvPr/>
        </p:nvSpPr>
        <p:spPr>
          <a:xfrm>
            <a:off x="685800" y="33020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повтора по две клетки: всего четыре клетки по прямой, если путь свободен.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8628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Поворот находится после цикла. Он выполнится один раз.</a:t>
            </a:r>
            <a:endParaRPr lang="ru-RU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внутри цикла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range(2):</a:t>
            </a:r>
            <a:endParaRPr lang="ru-RU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22987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range(2):</a:t>
            </a:r>
            <a:endParaRPr lang="ru-RU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26543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robot.forward(1)</a:t>
            </a:r>
            <a:endParaRPr lang="ru-RU" sz="2100" dirty="0"/>
          </a:p>
        </p:txBody>
      </p:sp>
      <p:sp>
        <p:nvSpPr>
          <p:cNvPr id="9" name="Text 6"/>
          <p:cNvSpPr/>
          <p:nvPr/>
        </p:nvSpPr>
        <p:spPr>
          <a:xfrm>
            <a:off x="685800" y="33020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внешний повтор запускает внутренний цикл заново.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8628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Получится два шага, затем ещё два. Всего четыре шага. Для прямого участка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2204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цикл проще.</a:t>
            </a:r>
            <a:endParaRPr lang="ru-RU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записи одного маршрута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составь маршрут обычными командами.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Замени одинаковые действия циклом и заранее посчитай движения.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запуска сравни конечную клетку и направление в обеих версиях.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EasyCode доступны циклы с известным числом повторений. Команда while пока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поддерживается.</a:t>
            </a:r>
            <a:endParaRPr lang="ru-RU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на поле машины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Выбери путь до финиша на исходном поле и запиши его обычными командами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3007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движения и поворотов.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615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Найди прямой повторяющийся участок и замени его циклом. Перед запуском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2191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посчитай, сколько клеток он даст.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7800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Сравни результат двух вариантов. Они должны привести машину в одну и ту же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13766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клетку с тем же направлением.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69849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По желанию замени четыре отдельных шага двумя внешними повторами по два</a:t>
            </a:r>
            <a:endParaRPr lang="ru-RU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505612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внутренних. Объясни, почему такой вариант не всегда удобнее одного цикла.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3.2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для самопроверки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Что повторяется: одна команда или целая группа?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Сколько шагов дадут три внешних повтора по два внутренних шага?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Когда вложенный цикл можно заменить одним простым циклом?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строк и число выполненных действий могут сильно отличаться.</a:t>
            </a:r>
            <a:endParaRPr lang="ru-RU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алгоритмов с повторениями</dc:title>
  <dc:subject>Учебные материалы, тема 3.2</dc:subject>
  <dc:creator>EasyCode</dc:creator>
  <cp:lastModifiedBy>EasyCode</cp:lastModifiedBy>
  <cp:revision>1</cp:revision>
  <dcterms:created xsi:type="dcterms:W3CDTF">2026-10-13T16:55:25Z</dcterms:created>
  <dcterms:modified xsi:type="dcterms:W3CDTF">2026-10-13T16:55:25Z</dcterms:modified>
</cp:coreProperties>
</file>