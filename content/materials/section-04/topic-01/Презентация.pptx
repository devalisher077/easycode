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4.1 «Условие и блок «если»»,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4.1 «Условие и блок «если»»,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4.1 «Условие и блок «если»»,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4.1 «Условие и блок «если»»,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4.1 «Условие и блок «если»»,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4.1 «Условие и блок «если»»,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Источник: авторский веб-урок 4.1 «Условие и блок «если»», content/lessons/index.ts. Примеры используют учебный язык EasyCode. Практика: симулятор машины.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4.1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838200"/>
            <a:ext cx="1082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8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 4. Условия и принятие решений</a:t>
            </a:r>
            <a:endParaRPr lang="ru-RU" sz="1800" dirty="0"/>
          </a:p>
        </p:txBody>
      </p:sp>
      <p:sp>
        <p:nvSpPr>
          <p:cNvPr id="6" name="Text 3"/>
          <p:cNvSpPr/>
          <p:nvPr/>
        </p:nvSpPr>
        <p:spPr>
          <a:xfrm>
            <a:off x="685800" y="1968500"/>
            <a:ext cx="1082040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Условие и блок «если»</a:t>
            </a:r>
            <a:endParaRPr lang="ru-RU" sz="4200" dirty="0"/>
          </a:p>
        </p:txBody>
      </p:sp>
      <p:sp>
        <p:nvSpPr>
          <p:cNvPr id="7" name="Text 4"/>
          <p:cNvSpPr/>
          <p:nvPr/>
        </p:nvSpPr>
        <p:spPr>
          <a:xfrm>
            <a:off x="685800" y="4381500"/>
            <a:ext cx="10820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400" dirty="0">
                <a:solidFill>
                  <a:srgbClr val="DBC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Действие, которое зависит от ситуации</a:t>
            </a:r>
            <a:endParaRPr lang="ru-RU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4.1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Условие и действие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Условие задаёт вопрос с ответом «да» или «нет».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если идёт дождь, возьму зонт.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«да»: программа выполняет команды внутри блока «если».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«нет»: программа пропускает эти команды и продолжает работу после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9832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блока.</a:t>
            </a:r>
            <a:endParaRPr lang="ru-RU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4.1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Ближайшая клетка впереди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robot.obstacle_ahead()</a:t>
            </a:r>
            <a:endParaRPr lang="ru-RU" sz="2100" dirty="0"/>
          </a:p>
        </p:txBody>
      </p:sp>
      <p:sp>
        <p:nvSpPr>
          <p:cNvPr id="7" name="Text 4"/>
          <p:cNvSpPr/>
          <p:nvPr/>
        </p:nvSpPr>
        <p:spPr>
          <a:xfrm>
            <a:off x="685800" y="25908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отвечает, есть ли препятствие или граница поля прямо перед машиной.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1516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Она сама не двигает машину и проверяет только одну ближайшую клетку.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7124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поворота направление проверки меняется. Свободная клетка не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40700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гарантирует свободный путь до финиша.</a:t>
            </a:r>
            <a:endParaRPr lang="ru-RU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4.1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Поворот при препятствии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robot.forward(3)</a:t>
            </a:r>
            <a:endParaRPr lang="ru-RU" sz="2100" dirty="0"/>
          </a:p>
        </p:txBody>
      </p:sp>
      <p:sp>
        <p:nvSpPr>
          <p:cNvPr id="7" name="Text 4"/>
          <p:cNvSpPr/>
          <p:nvPr/>
        </p:nvSpPr>
        <p:spPr>
          <a:xfrm>
            <a:off x="685800" y="22987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robot.turn_left()</a:t>
            </a:r>
            <a:endParaRPr lang="ru-RU" sz="2100" dirty="0"/>
          </a:p>
        </p:txBody>
      </p:sp>
      <p:sp>
        <p:nvSpPr>
          <p:cNvPr id="8" name="Text 5"/>
          <p:cNvSpPr/>
          <p:nvPr/>
        </p:nvSpPr>
        <p:spPr>
          <a:xfrm>
            <a:off x="685800" y="26543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robot.obstacle_ahead():</a:t>
            </a:r>
            <a:endParaRPr lang="ru-RU" sz="2100" dirty="0"/>
          </a:p>
        </p:txBody>
      </p:sp>
      <p:sp>
        <p:nvSpPr>
          <p:cNvPr id="9" name="Text 6"/>
          <p:cNvSpPr/>
          <p:nvPr/>
        </p:nvSpPr>
        <p:spPr>
          <a:xfrm>
            <a:off x="685800" y="30099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robot.turn_right()</a:t>
            </a:r>
            <a:endParaRPr lang="ru-RU" sz="2100" dirty="0"/>
          </a:p>
        </p:txBody>
      </p:sp>
      <p:sp>
        <p:nvSpPr>
          <p:cNvPr id="10" name="Text 7"/>
          <p:cNvSpPr/>
          <p:nvPr/>
        </p:nvSpPr>
        <p:spPr>
          <a:xfrm>
            <a:off x="685800" y="3365500"/>
            <a:ext cx="1082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100" dirty="0">
                <a:solidFill>
                  <a:srgbClr val="6743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robot.forward(1)</a:t>
            </a:r>
            <a:endParaRPr lang="ru-RU" sz="2100" dirty="0"/>
          </a:p>
        </p:txBody>
      </p:sp>
      <p:sp>
        <p:nvSpPr>
          <p:cNvPr id="11" name="Text 8"/>
          <p:cNvSpPr/>
          <p:nvPr/>
        </p:nvSpPr>
        <p:spPr>
          <a:xfrm>
            <a:off x="685800" y="40132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исходном поле после трёх шагов и левого поворота впереди препятствие.</a:t>
            </a:r>
            <a:endParaRPr lang="ru-RU" sz="2200" dirty="0"/>
          </a:p>
        </p:txBody>
      </p:sp>
      <p:sp>
        <p:nvSpPr>
          <p:cNvPr id="12" name="Text 9"/>
          <p:cNvSpPr/>
          <p:nvPr/>
        </p:nvSpPr>
        <p:spPr>
          <a:xfrm>
            <a:off x="685800" y="43708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Условие вызывает правый поворот.</a:t>
            </a:r>
            <a:endParaRPr lang="ru-RU" sz="2200" dirty="0"/>
          </a:p>
        </p:txBody>
      </p:sp>
      <p:sp>
        <p:nvSpPr>
          <p:cNvPr id="13" name="Text 10"/>
          <p:cNvSpPr/>
          <p:nvPr/>
        </p:nvSpPr>
        <p:spPr>
          <a:xfrm>
            <a:off x="685800" y="49316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Последний шаг стоит после if. Пример показывает фрагмент маршрута, а не весь</a:t>
            </a:r>
            <a:endParaRPr lang="ru-RU" sz="2200" dirty="0"/>
          </a:p>
        </p:txBody>
      </p:sp>
      <p:sp>
        <p:nvSpPr>
          <p:cNvPr id="14" name="Text 11"/>
          <p:cNvSpPr/>
          <p:nvPr/>
        </p:nvSpPr>
        <p:spPr>
          <a:xfrm>
            <a:off x="685800" y="52892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до финиша.</a:t>
            </a:r>
            <a:endParaRPr lang="ru-RU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4.1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ситуации для проверки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Впереди препятствие: команды внутри if должны выполниться.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Впереди свободно: команды внутри if нужно пропустить.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Команды после блока выполняются дальше при любом ответе, если программа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4223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завершилась ошибкой.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9832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поворота всё равно проверь дальнейший путь. Условие само не выбирает</a:t>
            </a:r>
            <a:endParaRPr lang="ru-RU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434086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к цели.</a:t>
            </a:r>
            <a:endParaRPr lang="ru-RU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4.1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Практика: на поле машины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На исходном поле собери фрагмент из урока: три клетки вперёд, левый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3007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поворот, условный правый поворот, один шаг.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28615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До запуска укажи препятствие, которое будет проверять условие. Убедись, что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2191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ветка if сработала.</a:t>
            </a:r>
            <a:endParaRPr lang="ru-RU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780028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Отдельным новым запуском проверь if в исходной позиции, где ближайшая</a:t>
            </a:r>
            <a:endParaRPr lang="ru-RU" sz="2200" dirty="0"/>
          </a:p>
        </p:txBody>
      </p:sp>
      <p:sp>
        <p:nvSpPr>
          <p:cNvPr id="11" name="Text 8"/>
          <p:cNvSpPr/>
          <p:nvPr/>
        </p:nvSpPr>
        <p:spPr>
          <a:xfrm>
            <a:off x="685800" y="413766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клетка впереди свободна. Предскажи, какая команда будет пропущена.</a:t>
            </a:r>
            <a:endParaRPr lang="ru-RU" sz="2200" dirty="0"/>
          </a:p>
        </p:txBody>
      </p:sp>
      <p:sp>
        <p:nvSpPr>
          <p:cNvPr id="12" name="Text 9"/>
          <p:cNvSpPr/>
          <p:nvPr/>
        </p:nvSpPr>
        <p:spPr>
          <a:xfrm>
            <a:off x="685800" y="469849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Вернись к своему маршруту и дополни его до финиша, сохранив осмысленную</a:t>
            </a:r>
            <a:endParaRPr lang="ru-RU" sz="2200" dirty="0"/>
          </a:p>
        </p:txBody>
      </p:sp>
      <p:sp>
        <p:nvSpPr>
          <p:cNvPr id="13" name="Text 10"/>
          <p:cNvSpPr/>
          <p:nvPr/>
        </p:nvSpPr>
        <p:spPr>
          <a:xfrm>
            <a:off x="685800" y="505612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проверку препятствия.</a:t>
            </a:r>
            <a:endParaRPr lang="ru-RU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388100"/>
            <a:ext cx="825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EasyCode Тема 4.1</a:t>
            </a:r>
            <a:endParaRPr lang="ru-RU" sz="1200" dirty="0"/>
          </a:p>
        </p:txBody>
      </p:sp>
      <p:sp>
        <p:nvSpPr>
          <p:cNvPr id="3" name="Text 1"/>
          <p:cNvSpPr/>
          <p:nvPr/>
        </p:nvSpPr>
        <p:spPr>
          <a:xfrm>
            <a:off x="10871200" y="6388100"/>
            <a:ext cx="63500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1200" dirty="0">
                <a:solidFill>
                  <a:srgbClr val="625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ru-RU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736600"/>
            <a:ext cx="1082040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3200" b="1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для самопроверки</a:t>
            </a:r>
            <a:endParaRPr lang="ru-RU" sz="3200" dirty="0"/>
          </a:p>
        </p:txBody>
      </p:sp>
      <p:sp>
        <p:nvSpPr>
          <p:cNvPr id="6" name="Text 3"/>
          <p:cNvSpPr/>
          <p:nvPr/>
        </p:nvSpPr>
        <p:spPr>
          <a:xfrm>
            <a:off x="685800" y="1943100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Какую клетку проверяет robot.obstacle_ahead()?</a:t>
            </a:r>
            <a:endParaRPr lang="ru-RU" sz="2200" dirty="0"/>
          </a:p>
        </p:txBody>
      </p:sp>
      <p:sp>
        <p:nvSpPr>
          <p:cNvPr id="7" name="Text 4"/>
          <p:cNvSpPr/>
          <p:nvPr/>
        </p:nvSpPr>
        <p:spPr>
          <a:xfrm>
            <a:off x="685800" y="2503932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Что произойдёт с телом if при ответе «нет»?</a:t>
            </a:r>
            <a:endParaRPr lang="ru-RU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064764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Почему один поворот при препятствии не гарантирует достижение цели?</a:t>
            </a:r>
            <a:endParaRPr lang="ru-RU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625596"/>
            <a:ext cx="108204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ru-RU" altLang="en-US" sz="2200" dirty="0">
                <a:solidFill>
                  <a:srgbClr val="24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 «если» связывает конкретный вопрос с конкретным действием.</a:t>
            </a:r>
            <a:endParaRPr lang="ru-RU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Условие и блок «если»</dc:title>
  <dc:subject>Учебные материалы, тема 4.1</dc:subject>
  <dc:creator>EasyCode</dc:creator>
  <cp:lastModifiedBy>EasyCode</cp:lastModifiedBy>
  <cp:revision>1</cp:revision>
  <dcterms:created xsi:type="dcterms:W3CDTF">2026-10-13T16:55:25Z</dcterms:created>
  <dcterms:modified xsi:type="dcterms:W3CDTF">2026-10-13T16:55:25Z</dcterms:modified>
</cp:coreProperties>
</file>