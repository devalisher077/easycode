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4.2 «Конструкции «если — иначе» и несколько условий», content/lessons/index.ts. Примеры используют учебный язык EasyCode. Практика: симулятор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2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838200"/>
            <a:ext cx="1082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8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4. Условия и принятие решений</a:t>
            </a:r>
            <a:endParaRPr lang="ru-RU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1968500"/>
            <a:ext cx="1082040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Конструкции «если — иначе» и</a:t>
            </a:r>
            <a:endParaRPr lang="ru-RU" sz="4200" dirty="0"/>
          </a:p>
        </p:txBody>
      </p:sp>
      <p:sp>
        <p:nvSpPr>
          <p:cNvPr id="7" name="Text 4"/>
          <p:cNvSpPr/>
          <p:nvPr/>
        </p:nvSpPr>
        <p:spPr>
          <a:xfrm>
            <a:off x="685800" y="2651252"/>
            <a:ext cx="1082040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условий</a:t>
            </a:r>
            <a:endParaRPr lang="ru-RU" sz="4200" dirty="0"/>
          </a:p>
        </p:txBody>
      </p:sp>
      <p:sp>
        <p:nvSpPr>
          <p:cNvPr id="8" name="Text 5"/>
          <p:cNvSpPr/>
          <p:nvPr/>
        </p:nvSpPr>
        <p:spPr>
          <a:xfrm>
            <a:off x="685800" y="4381500"/>
            <a:ext cx="108204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4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одной ветки и повторная проверка условия</a:t>
            </a:r>
            <a:endParaRPr lang="ru-RU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проверка, две ветки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конструкции if / else программа выбирает одну ветку.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«да»: выполняется тело if.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«нет»: выполняется тело else.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коде else находится на одном уровне с if. Команды веток записываем с</a:t>
            </a:r>
            <a:endParaRPr lang="ru-RU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983228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отступом.</a:t>
            </a:r>
            <a:endParaRPr lang="ru-RU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Поворот или движение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robot.obstacle_ahead():</a:t>
            </a:r>
            <a:endParaRPr lang="ru-RU" sz="2100" dirty="0"/>
          </a:p>
        </p:txBody>
      </p:sp>
      <p:sp>
        <p:nvSpPr>
          <p:cNvPr id="7" name="Text 4"/>
          <p:cNvSpPr/>
          <p:nvPr/>
        </p:nvSpPr>
        <p:spPr>
          <a:xfrm>
            <a:off x="685800" y="22987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robot.turn_right()</a:t>
            </a:r>
            <a:endParaRPr lang="ru-RU" sz="2100" dirty="0"/>
          </a:p>
        </p:txBody>
      </p:sp>
      <p:sp>
        <p:nvSpPr>
          <p:cNvPr id="8" name="Text 5"/>
          <p:cNvSpPr/>
          <p:nvPr/>
        </p:nvSpPr>
        <p:spPr>
          <a:xfrm>
            <a:off x="685800" y="26543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ru-RU" sz="2100" dirty="0"/>
          </a:p>
        </p:txBody>
      </p:sp>
      <p:sp>
        <p:nvSpPr>
          <p:cNvPr id="9" name="Text 6"/>
          <p:cNvSpPr/>
          <p:nvPr/>
        </p:nvSpPr>
        <p:spPr>
          <a:xfrm>
            <a:off x="685800" y="30099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robot.forward(1)</a:t>
            </a:r>
            <a:endParaRPr lang="ru-RU" sz="2100" dirty="0"/>
          </a:p>
        </p:txBody>
      </p:sp>
      <p:sp>
        <p:nvSpPr>
          <p:cNvPr id="10" name="Text 7"/>
          <p:cNvSpPr/>
          <p:nvPr/>
        </p:nvSpPr>
        <p:spPr>
          <a:xfrm>
            <a:off x="685800" y="36576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блоках: «Если впереди препятствие», внутри поворот. В ветке «иначе» один шаг.</a:t>
            </a:r>
            <a:endParaRPr lang="ru-RU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42184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препятствии машина только повернёт. Шаг из else в этом случае не</a:t>
            </a:r>
            <a:endParaRPr lang="ru-RU" sz="2200" dirty="0"/>
          </a:p>
        </p:txBody>
      </p:sp>
      <p:sp>
        <p:nvSpPr>
          <p:cNvPr id="12" name="Text 9"/>
          <p:cNvSpPr/>
          <p:nvPr/>
        </p:nvSpPr>
        <p:spPr>
          <a:xfrm>
            <a:off x="685800" y="45760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выполнится.</a:t>
            </a:r>
            <a:endParaRPr lang="ru-RU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if проверяют по очереди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robot.obstacle_ahead():</a:t>
            </a:r>
            <a:endParaRPr lang="ru-RU" sz="2100" dirty="0"/>
          </a:p>
        </p:txBody>
      </p:sp>
      <p:sp>
        <p:nvSpPr>
          <p:cNvPr id="7" name="Text 4"/>
          <p:cNvSpPr/>
          <p:nvPr/>
        </p:nvSpPr>
        <p:spPr>
          <a:xfrm>
            <a:off x="685800" y="22987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robot.turn_right()</a:t>
            </a:r>
            <a:endParaRPr lang="ru-RU" sz="2100" dirty="0"/>
          </a:p>
        </p:txBody>
      </p:sp>
      <p:sp>
        <p:nvSpPr>
          <p:cNvPr id="8" name="Text 5"/>
          <p:cNvSpPr/>
          <p:nvPr/>
        </p:nvSpPr>
        <p:spPr>
          <a:xfrm>
            <a:off x="685800" y="26543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robot.obstacle_ahead():</a:t>
            </a:r>
            <a:endParaRPr lang="ru-RU" sz="2100" dirty="0"/>
          </a:p>
        </p:txBody>
      </p:sp>
      <p:sp>
        <p:nvSpPr>
          <p:cNvPr id="9" name="Text 6"/>
          <p:cNvSpPr/>
          <p:nvPr/>
        </p:nvSpPr>
        <p:spPr>
          <a:xfrm>
            <a:off x="685800" y="30099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robot.turn_left()</a:t>
            </a:r>
            <a:endParaRPr lang="ru-RU" sz="2100" dirty="0"/>
          </a:p>
        </p:txBody>
      </p:sp>
      <p:sp>
        <p:nvSpPr>
          <p:cNvPr id="10" name="Text 7"/>
          <p:cNvSpPr/>
          <p:nvPr/>
        </p:nvSpPr>
        <p:spPr>
          <a:xfrm>
            <a:off x="685800" y="36576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if заново проверяет ближайшую клетку в текущем направлении.</a:t>
            </a:r>
            <a:endParaRPr lang="ru-RU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42184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первый if повернул машину, второй проверяет уже другую сторону. Два if</a:t>
            </a:r>
            <a:endParaRPr lang="ru-RU" sz="2200" dirty="0"/>
          </a:p>
        </p:txBody>
      </p:sp>
      <p:sp>
        <p:nvSpPr>
          <p:cNvPr id="12" name="Text 9"/>
          <p:cNvSpPr/>
          <p:nvPr/>
        </p:nvSpPr>
        <p:spPr>
          <a:xfrm>
            <a:off x="685800" y="45760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работают иначе, чем пара if / else.</a:t>
            </a:r>
            <a:endParaRPr lang="ru-RU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Условие внутри повторения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</a:t>
            </a:r>
            <a:endParaRPr lang="ru-RU" sz="2100" dirty="0"/>
          </a:p>
        </p:txBody>
      </p:sp>
      <p:sp>
        <p:nvSpPr>
          <p:cNvPr id="7" name="Text 4"/>
          <p:cNvSpPr/>
          <p:nvPr/>
        </p:nvSpPr>
        <p:spPr>
          <a:xfrm>
            <a:off x="685800" y="22987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robot.obstacle_ahead():</a:t>
            </a:r>
            <a:endParaRPr lang="ru-RU" sz="2100" dirty="0"/>
          </a:p>
        </p:txBody>
      </p:sp>
      <p:sp>
        <p:nvSpPr>
          <p:cNvPr id="8" name="Text 5"/>
          <p:cNvSpPr/>
          <p:nvPr/>
        </p:nvSpPr>
        <p:spPr>
          <a:xfrm>
            <a:off x="685800" y="26543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robot.turn_right()</a:t>
            </a:r>
            <a:endParaRPr lang="ru-RU" sz="2100" dirty="0"/>
          </a:p>
        </p:txBody>
      </p:sp>
      <p:sp>
        <p:nvSpPr>
          <p:cNvPr id="9" name="Text 6"/>
          <p:cNvSpPr/>
          <p:nvPr/>
        </p:nvSpPr>
        <p:spPr>
          <a:xfrm>
            <a:off x="685800" y="30099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ru-RU" sz="2100" dirty="0"/>
          </a:p>
        </p:txBody>
      </p:sp>
      <p:sp>
        <p:nvSpPr>
          <p:cNvPr id="10" name="Text 7"/>
          <p:cNvSpPr/>
          <p:nvPr/>
        </p:nvSpPr>
        <p:spPr>
          <a:xfrm>
            <a:off x="685800" y="3365500"/>
            <a:ext cx="1082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100" dirty="0">
                <a:solidFill>
                  <a:srgbClr val="674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robot.forward(1)</a:t>
            </a:r>
            <a:endParaRPr lang="ru-RU" sz="2100" dirty="0"/>
          </a:p>
        </p:txBody>
      </p:sp>
      <p:sp>
        <p:nvSpPr>
          <p:cNvPr id="11" name="Text 8"/>
          <p:cNvSpPr/>
          <p:nvPr/>
        </p:nvSpPr>
        <p:spPr>
          <a:xfrm>
            <a:off x="685800" y="40132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повтор заново проверяет препятствие. Это пример выбора, а не</a:t>
            </a:r>
            <a:endParaRPr lang="ru-RU" sz="2200" dirty="0"/>
          </a:p>
        </p:txBody>
      </p:sp>
      <p:sp>
        <p:nvSpPr>
          <p:cNvPr id="12" name="Text 9"/>
          <p:cNvSpPr/>
          <p:nvPr/>
        </p:nvSpPr>
        <p:spPr>
          <a:xfrm>
            <a:off x="685800" y="43708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универсальный маршрут к финишу.</a:t>
            </a:r>
            <a:endParaRPr lang="ru-RU" sz="2200" dirty="0"/>
          </a:p>
        </p:txBody>
      </p:sp>
      <p:sp>
        <p:nvSpPr>
          <p:cNvPr id="13" name="Text 10"/>
          <p:cNvSpPr/>
          <p:nvPr/>
        </p:nvSpPr>
        <p:spPr>
          <a:xfrm>
            <a:off x="685800" y="49316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язык поддерживает эту проверку, if и else. Произвольные сравнения, and</a:t>
            </a:r>
            <a:endParaRPr lang="ru-RU" sz="2200" dirty="0"/>
          </a:p>
        </p:txBody>
      </p:sp>
      <p:sp>
        <p:nvSpPr>
          <p:cNvPr id="14" name="Text 11"/>
          <p:cNvSpPr/>
          <p:nvPr/>
        </p:nvSpPr>
        <p:spPr>
          <a:xfrm>
            <a:off x="685800" y="52892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or пока недоступны.</a:t>
            </a:r>
            <a:endParaRPr lang="ru-RU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Практика: на поле машины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Запусти пример if — else в исходной позиции и объясни, почему машина делает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3007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шаг, а не поворот.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28615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 новом варианте перед условием добавь три шага вперёд и левый поворот.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2191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Теперь впереди препятствие: предскажи выбранную ветку.</a:t>
            </a:r>
            <a:endParaRPr lang="ru-RU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780028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Проверь, что после условного поворота шаг из else не выполнился.</a:t>
            </a:r>
            <a:endParaRPr lang="ru-RU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434086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Составь полный маршрут до финиша с хотя бы одной осмысленной</a:t>
            </a:r>
            <a:endParaRPr lang="ru-RU" sz="2200" dirty="0"/>
          </a:p>
        </p:txBody>
      </p:sp>
      <p:sp>
        <p:nvSpPr>
          <p:cNvPr id="12" name="Text 9"/>
          <p:cNvSpPr/>
          <p:nvPr/>
        </p:nvSpPr>
        <p:spPr>
          <a:xfrm>
            <a:off x="685800" y="469849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конструкцией if — else. Не рассчитывай, что условие само найдёт весь путь.</a:t>
            </a:r>
            <a:endParaRPr lang="ru-RU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4.2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для самопроверки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Могут ли обе ветки одной пары if / else выполниться за одну проверку?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Почему после поворота ответ следующего if может измениться?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Какие два случая нужно проверить для каждой пары if / else?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 проверка всегда учитывает текущее положение и направление машины.</a:t>
            </a:r>
            <a:endParaRPr lang="ru-RU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Конструкции «если — иначе» и несколько условий</dc:title>
  <dc:subject>Учебные материалы, тема 4.2</dc:subject>
  <dc:creator>EasyCode</dc:creator>
  <cp:lastModifiedBy>EasyCode</cp:lastModifiedBy>
  <cp:revision>1</cp:revision>
  <dcterms:created xsi:type="dcterms:W3CDTF">2026-10-13T16:55:25Z</dcterms:created>
  <dcterms:modified xsi:type="dcterms:W3CDTF">2026-10-13T16:55:25Z</dcterms:modified>
</cp:coreProperties>
</file>