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Источник: авторский веб-урок 5.1 «Основные электронные компоненты и их назначение», content/lessons/index.ts. Примеры используют учебный язык EasyCode. Практика: модель на бумаге.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2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838200"/>
            <a:ext cx="1082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8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Раздел 5. Электронные компоненты и программирование</a:t>
            </a:r>
            <a:endParaRPr lang="ru-RU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1968500"/>
            <a:ext cx="1082040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Основные электронные компоненты и</a:t>
            </a:r>
            <a:endParaRPr lang="ru-RU" sz="4200" dirty="0"/>
          </a:p>
        </p:txBody>
      </p:sp>
      <p:sp>
        <p:nvSpPr>
          <p:cNvPr id="7" name="Text 4"/>
          <p:cNvSpPr/>
          <p:nvPr/>
        </p:nvSpPr>
        <p:spPr>
          <a:xfrm>
            <a:off x="685800" y="2651252"/>
            <a:ext cx="1082040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их назначение</a:t>
            </a:r>
            <a:endParaRPr lang="ru-RU" sz="4200" dirty="0"/>
          </a:p>
        </p:txBody>
      </p:sp>
      <p:sp>
        <p:nvSpPr>
          <p:cNvPr id="8" name="Text 5"/>
          <p:cNvSpPr/>
          <p:nvPr/>
        </p:nvSpPr>
        <p:spPr>
          <a:xfrm>
            <a:off x="685800" y="4381500"/>
            <a:ext cx="1082040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400" dirty="0">
                <a:solidFill>
                  <a:srgbClr val="DBC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деталей на примере умного ночника</a:t>
            </a:r>
            <a:endParaRPr lang="ru-RU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Устройство по ролям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Питание даёт энергию для работы.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Вход сообщает сведения: например, темно ли в комнате.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Контроллер выполняет программу и выбирает действие.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 показывает результат: свет или звук.</a:t>
            </a:r>
            <a:endParaRPr lang="ru-RU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Энергия и свет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Батарейка служит источником питания.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Светодиод излучает свет. В нашей модели это выход.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Резистор помогает ограничивать электрический ток.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настоящих деталей нужна правильно рассчитанная схема. В этом уроке мы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9832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только с карточками.</a:t>
            </a:r>
            <a:endParaRPr lang="ru-RU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получает сведения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Кнопка сообщает, нажал ли её человек. Это вход.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Датчик сообщает об окружающем мире. Например, об освещённости.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Контроллер связывает сведения с действием по программе.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Светодиод и зуммер служат выходами: один светится, другой подаёт звук.</a:t>
            </a:r>
            <a:endParaRPr lang="ru-RU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Модель умного ночника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Датчик освещённости сообщает, темно ли вокруг.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Контроллер решает, включать ли свет.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Светодиод показывает выбранное состояние.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на бумаге. Не подключаем провода, не разбираем устройства и не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9832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используем розетки. Симулятора электроники в EasyCode пока нет.</a:t>
            </a:r>
            <a:endParaRPr lang="ru-RU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Практика: на бумаге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На бумаге нарисуй или подпиши карточки: батарейка, датчик освещённости,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3007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контроллер, светодиод и резистор.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28615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Распредели роли: питание, вход, обработка, выход. Для резистора отдельно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2191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напиши «ограничение тока».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7800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Стрелками покажи передачу информации от датчика через контроллер к</a:t>
            </a:r>
            <a:endParaRPr lang="ru-RU" sz="2200" dirty="0"/>
          </a:p>
        </p:txBody>
      </p:sp>
      <p:sp>
        <p:nvSpPr>
          <p:cNvPr id="11" name="Text 8"/>
          <p:cNvSpPr/>
          <p:nvPr/>
        </p:nvSpPr>
        <p:spPr>
          <a:xfrm>
            <a:off x="685800" y="413766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световому результату. Это не схема подключения проводов.</a:t>
            </a:r>
            <a:endParaRPr lang="ru-RU" sz="2200" dirty="0"/>
          </a:p>
        </p:txBody>
      </p:sp>
      <p:sp>
        <p:nvSpPr>
          <p:cNvPr id="12" name="Text 9"/>
          <p:cNvSpPr/>
          <p:nvPr/>
        </p:nvSpPr>
        <p:spPr>
          <a:xfrm>
            <a:off x="685800" y="469849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Объясни, что изменится при темноте. Никакие реальные детали подключать не</a:t>
            </a:r>
            <a:endParaRPr lang="ru-RU" sz="2200" dirty="0"/>
          </a:p>
        </p:txBody>
      </p:sp>
      <p:sp>
        <p:nvSpPr>
          <p:cNvPr id="13" name="Text 10"/>
          <p:cNvSpPr/>
          <p:nvPr/>
        </p:nvSpPr>
        <p:spPr>
          <a:xfrm>
            <a:off x="685800" y="505612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нужно; симулятор электроники пока не реализован.</a:t>
            </a:r>
            <a:endParaRPr lang="ru-RU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388100"/>
            <a:ext cx="825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EasyCode Тема 5.1</a:t>
            </a:r>
            <a:endParaRPr lang="ru-RU" sz="1200" dirty="0"/>
          </a:p>
        </p:txBody>
      </p:sp>
      <p:sp>
        <p:nvSpPr>
          <p:cNvPr id="3" name="Text 1"/>
          <p:cNvSpPr/>
          <p:nvPr/>
        </p:nvSpPr>
        <p:spPr>
          <a:xfrm>
            <a:off x="10871200" y="6388100"/>
            <a:ext cx="635000" cy="195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1200" dirty="0">
                <a:solidFill>
                  <a:srgbClr val="625B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7</a:t>
            </a:r>
            <a:endParaRPr lang="ru-RU" sz="1200" dirty="0"/>
          </a:p>
        </p:txBody>
      </p:sp>
      <p:sp>
        <p:nvSpPr>
          <p:cNvPr id="5" name="Text 2"/>
          <p:cNvSpPr/>
          <p:nvPr/>
        </p:nvSpPr>
        <p:spPr>
          <a:xfrm>
            <a:off x="685800" y="736600"/>
            <a:ext cx="10820400" cy="5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3200" b="1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Вопросы для самопроверки</a:t>
            </a:r>
            <a:endParaRPr lang="ru-RU" sz="3200" dirty="0"/>
          </a:p>
        </p:txBody>
      </p:sp>
      <p:sp>
        <p:nvSpPr>
          <p:cNvPr id="6" name="Text 3"/>
          <p:cNvSpPr/>
          <p:nvPr/>
        </p:nvSpPr>
        <p:spPr>
          <a:xfrm>
            <a:off x="685800" y="1943100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Чем роль батарейки отличается от роли контроллера?</a:t>
            </a:r>
            <a:endParaRPr lang="ru-RU" sz="2200" dirty="0"/>
          </a:p>
        </p:txBody>
      </p:sp>
      <p:sp>
        <p:nvSpPr>
          <p:cNvPr id="7" name="Text 4"/>
          <p:cNvSpPr/>
          <p:nvPr/>
        </p:nvSpPr>
        <p:spPr>
          <a:xfrm>
            <a:off x="685800" y="2503932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Какие детали получают сведения, а какие показывают результат?</a:t>
            </a:r>
            <a:endParaRPr lang="ru-RU" sz="2200" dirty="0"/>
          </a:p>
        </p:txBody>
      </p:sp>
      <p:sp>
        <p:nvSpPr>
          <p:cNvPr id="8" name="Text 5"/>
          <p:cNvSpPr/>
          <p:nvPr/>
        </p:nvSpPr>
        <p:spPr>
          <a:xfrm>
            <a:off x="685800" y="3064764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Что изменится в работе ночника, если изменить программу контроллера?</a:t>
            </a:r>
            <a:endParaRPr lang="ru-RU" sz="2200" dirty="0"/>
          </a:p>
        </p:txBody>
      </p:sp>
      <p:sp>
        <p:nvSpPr>
          <p:cNvPr id="9" name="Text 6"/>
          <p:cNvSpPr/>
          <p:nvPr/>
        </p:nvSpPr>
        <p:spPr>
          <a:xfrm>
            <a:off x="685800" y="3625596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Рисунок передачи информации объясняет смысл работы. Для подключения</a:t>
            </a:r>
            <a:endParaRPr lang="ru-RU" sz="2200" dirty="0"/>
          </a:p>
        </p:txBody>
      </p:sp>
      <p:sp>
        <p:nvSpPr>
          <p:cNvPr id="10" name="Text 7"/>
          <p:cNvSpPr/>
          <p:nvPr/>
        </p:nvSpPr>
        <p:spPr>
          <a:xfrm>
            <a:off x="685800" y="3983228"/>
            <a:ext cx="10820400" cy="35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ru-RU" altLang="en-US" sz="2200" dirty="0">
                <a:solidFill>
                  <a:srgbClr val="241D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реальных деталей нужна отдельная электрическая схема.</a:t>
            </a:r>
            <a:endParaRPr lang="ru-RU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Основные электронные компоненты и их назначение</dc:title>
  <dc:subject>Учебные материалы, тема 5.1</dc:subject>
  <dc:creator>EasyCode</dc:creator>
  <cp:lastModifiedBy>EasyCode</cp:lastModifiedBy>
  <cp:revision>1</cp:revision>
  <dcterms:created xsi:type="dcterms:W3CDTF">2026-10-13T16:55:26Z</dcterms:created>
  <dcterms:modified xsi:type="dcterms:W3CDTF">2026-10-13T16:55:26Z</dcterms:modified>
</cp:coreProperties>
</file>