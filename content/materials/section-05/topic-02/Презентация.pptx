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5.2 «Управление электронными компонентами с помощью блоков», content/lessons/index.ts. Примеры используют учебный язык EasyCode. Практика: модель на бумаге.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5.2 «Управление электронными компонентами с помощью блоков», content/lessons/index.ts. Примеры используют учебный язык EasyCode. Практика: модель на бумаге.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5.2 «Управление электронными компонентами с помощью блоков», content/lessons/index.ts. Примеры используют учебный язык EasyCode. Практика: модель на бумаге.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5.2 «Управление электронными компонентами с помощью блоков», content/lessons/index.ts. Примеры используют учебный язык EasyCode. Практика: модель на бумаге.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5.2 «Управление электронными компонентами с помощью блоков», content/lessons/index.ts. Примеры используют учебный язык EasyCode. Практика: модель на бумаге.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5.2 «Управление электронными компонентами с помощью блоков», content/lessons/index.ts. Примеры используют учебный язык EasyCode. Практика: модель на бумаге.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5.2 «Управление электронными компонентами с помощью блоков», content/lessons/index.ts. Примеры используют учебный язык EasyCode. Практика: модель на бумаге.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5.2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838200"/>
            <a:ext cx="1082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8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5. Электронные компоненты и программирование</a:t>
            </a:r>
            <a:endParaRPr lang="ru-RU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1968500"/>
            <a:ext cx="108204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электронными</a:t>
            </a:r>
            <a:endParaRPr lang="ru-RU" sz="4200" dirty="0"/>
          </a:p>
        </p:txBody>
      </p:sp>
      <p:sp>
        <p:nvSpPr>
          <p:cNvPr id="7" name="Text 4"/>
          <p:cNvSpPr/>
          <p:nvPr/>
        </p:nvSpPr>
        <p:spPr>
          <a:xfrm>
            <a:off x="685800" y="2651252"/>
            <a:ext cx="108204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компонентами с помощью блоков</a:t>
            </a:r>
            <a:endParaRPr lang="ru-RU" sz="4200" dirty="0"/>
          </a:p>
        </p:txBody>
      </p:sp>
      <p:sp>
        <p:nvSpPr>
          <p:cNvPr id="8" name="Text 5"/>
          <p:cNvSpPr/>
          <p:nvPr/>
        </p:nvSpPr>
        <p:spPr>
          <a:xfrm>
            <a:off x="685800" y="4381500"/>
            <a:ext cx="10820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4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Условные блоки для бумажной модели устройства</a:t>
            </a:r>
            <a:endParaRPr lang="ru-RU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5.2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для ночника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сообщает, темно сейчас или светло.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темно, контроллер выбирает «свет включён».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Иначе контроллер выбирает «свет выключен».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модель на бумаге. Слова «темно» и «включить свет» не являются командами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9832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редактора машины.</a:t>
            </a:r>
            <a:endParaRPr lang="ru-RU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5.2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Условные блоки на бумаге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Нарисуй блок «если темно» с двумя ветками.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первую ветку положи карточку «свет включён».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ветку «иначе» положи карточку «свет выключен».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каждой проверке выбери ровно одну карточку результата.</a:t>
            </a:r>
            <a:endParaRPr lang="ru-RU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5.2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проверки модели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Случай 1. На входе «темно». Ожидаем включённый свет.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Случай 2. На входе «светло». Ожидаем выключенный свет.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участник показывает вход, другой выполняет правило контроллера.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Запиши ожидаемый и полученный результат. При несовпадении проверь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9832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расположение карточек в ветках.</a:t>
            </a:r>
            <a:endParaRPr lang="ru-RU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5.2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входа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Замени карточку «темно» на «светло» и снова проверь условие.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Следующее решение должно учитывать новые сведения.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Другой пример: кнопка нажата, условный зуммер включён. Иначе он выключен.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Используем только рисунки и карточки. Подключать детали и оборудование к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9832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компьютеру не нужно.</a:t>
            </a:r>
            <a:endParaRPr lang="ru-RU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5.2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Практика: на бумаге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Нарисуй условные блоки «если темно», «свет включён» и «иначе — свет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3007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выключен». Подпиши, что это модель, а не код EasyCode.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28615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Проведи проверку для входа «темно», затем отдельно для входа «светло».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2191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Запиши ожидаемый и полученный результат.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7800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Поменяй вход ещё раз и объясни, почему контроллер должен учитывать новое</a:t>
            </a:r>
            <a:endParaRPr lang="ru-RU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413766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состояние.</a:t>
            </a:r>
            <a:endParaRPr lang="ru-RU" sz="2200" dirty="0"/>
          </a:p>
        </p:txBody>
      </p:sp>
      <p:sp>
        <p:nvSpPr>
          <p:cNvPr id="12" name="Text 9"/>
          <p:cNvSpPr/>
          <p:nvPr/>
        </p:nvSpPr>
        <p:spPr>
          <a:xfrm>
            <a:off x="685800" y="469849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По желанию придумай аналогичное правило для карточек кнопки и зуммера.</a:t>
            </a:r>
            <a:endParaRPr lang="ru-RU" sz="2200" dirty="0"/>
          </a:p>
        </p:txBody>
      </p:sp>
      <p:sp>
        <p:nvSpPr>
          <p:cNvPr id="13" name="Text 10"/>
          <p:cNvSpPr/>
          <p:nvPr/>
        </p:nvSpPr>
        <p:spPr>
          <a:xfrm>
            <a:off x="685800" y="505612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рисунки и карточки: аппаратный редактор и подключение устройств здесь</a:t>
            </a:r>
            <a:endParaRPr lang="ru-RU" sz="2200" dirty="0"/>
          </a:p>
        </p:txBody>
      </p:sp>
      <p:sp>
        <p:nvSpPr>
          <p:cNvPr id="14" name="Text 11"/>
          <p:cNvSpPr/>
          <p:nvPr/>
        </p:nvSpPr>
        <p:spPr>
          <a:xfrm>
            <a:off x="685800" y="541375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предусмотрены.</a:t>
            </a:r>
            <a:endParaRPr lang="ru-RU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5.2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для самопроверки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Зачем в правиле ночника нужна ветка «иначе»?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Как проверить, что модель учитывает изменение входа?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Можно ли запустить слова «включить свет» в редакторе машины EasyCode?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связывает вход с результатом. Проверять его нужно для обеих веток.</a:t>
            </a:r>
            <a:endParaRPr lang="ru-RU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электронными компонентами с помощью блоков</dc:title>
  <dc:subject>Учебные материалы, тема 5.2</dc:subject>
  <dc:creator>EasyCode</dc:creator>
  <cp:lastModifiedBy>EasyCode</cp:lastModifiedBy>
  <cp:revision>1</cp:revision>
  <dcterms:created xsi:type="dcterms:W3CDTF">2026-10-13T16:55:26Z</dcterms:created>
  <dcterms:modified xsi:type="dcterms:W3CDTF">2026-10-13T16:55:26Z</dcterms:modified>
</cp:coreProperties>
</file>