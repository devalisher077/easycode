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6.1 «Планирование и разработка проекта»,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6.1 «Планирование и разработка проекта»,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6.1 «Планирование и разработка проекта»,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6.1 «Планирование и разработка проекта»,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6.1 «Планирование и разработка проекта»,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6.1 «Планирование и разработка проекта»,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6.1 «Планирование и разработка проекта»,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2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DBC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6.1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DBC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838200"/>
            <a:ext cx="1082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800" dirty="0">
                <a:solidFill>
                  <a:srgbClr val="DBC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6. Создание собственного проекта</a:t>
            </a:r>
            <a:endParaRPr lang="ru-RU" sz="1800" dirty="0"/>
          </a:p>
        </p:txBody>
      </p:sp>
      <p:sp>
        <p:nvSpPr>
          <p:cNvPr id="6" name="Text 3"/>
          <p:cNvSpPr/>
          <p:nvPr/>
        </p:nvSpPr>
        <p:spPr>
          <a:xfrm>
            <a:off x="685800" y="1968500"/>
            <a:ext cx="108204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Планирование и разработка проекта</a:t>
            </a:r>
            <a:endParaRPr lang="ru-RU" sz="4200" dirty="0"/>
          </a:p>
        </p:txBody>
      </p:sp>
      <p:sp>
        <p:nvSpPr>
          <p:cNvPr id="7" name="Text 4"/>
          <p:cNvSpPr/>
          <p:nvPr/>
        </p:nvSpPr>
        <p:spPr>
          <a:xfrm>
            <a:off x="685800" y="4381500"/>
            <a:ext cx="10820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400" dirty="0">
                <a:solidFill>
                  <a:srgbClr val="DBC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Собственная миссия на подготовленной карте</a:t>
            </a:r>
            <a:endParaRPr lang="ru-RU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6.1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Проверяемая цель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Идея: доставить образец на Марсе.</a:t>
            </a:r>
            <a:endParaRPr lang="ru-RU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5039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программы: добраться от старта до финиша без столкновений.</a:t>
            </a:r>
            <a:endParaRPr lang="ru-RU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30647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Признак успеха: программа завершилась без ошибки, машина на финише.</a:t>
            </a:r>
            <a:endParaRPr lang="ru-RU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62559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Используем подготовленную карту. Отдельного конструктора новых карт пока нет.</a:t>
            </a:r>
            <a:endParaRPr lang="ru-RU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6.1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проекта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Название миссии и её цель.</a:t>
            </a:r>
            <a:endParaRPr lang="ru-RU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5039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Исходные условия: старт, направление, финиш и препятствия.</a:t>
            </a:r>
            <a:endParaRPr lang="ru-RU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30647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маршрута и доступные команды.</a:t>
            </a:r>
            <a:endParaRPr lang="ru-RU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62559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Ожидаемый результат и способ его проверки. Если используешь цикл или</a:t>
            </a:r>
            <a:endParaRPr lang="ru-RU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983228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условие, объясни его назначение.</a:t>
            </a:r>
            <a:endParaRPr lang="ru-RU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6.1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по частям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Раздели путь на участки: движение, поворот, следующее движение.</a:t>
            </a:r>
            <a:endParaRPr lang="ru-RU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5039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каждого участка отметь конечную клетку и направление.</a:t>
            </a:r>
            <a:endParaRPr lang="ru-RU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30647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Собери небольшой фрагмент, предскажи результат и запусти.</a:t>
            </a:r>
            <a:endParaRPr lang="ru-RU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62559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Добавь следующую часть. Каждый полный запуск начинается с исходного</a:t>
            </a:r>
            <a:endParaRPr lang="ru-RU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983228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положения машины.</a:t>
            </a:r>
            <a:endParaRPr lang="ru-RU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6.1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Блоки и текстовая программа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Выбери удобный способ записи: блоки или поддерживаемый код.</a:t>
            </a:r>
            <a:endParaRPr lang="ru-RU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5039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блоков можно получить текст программы. Обратного преобразования</a:t>
            </a:r>
            <a:endParaRPr lang="ru-RU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28615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произвольного кода в блоки пока нет.</a:t>
            </a:r>
            <a:endParaRPr lang="ru-RU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42239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заверши маленькую работающую версию маршрута.</a:t>
            </a:r>
            <a:endParaRPr lang="ru-RU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983228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Личные требования проекта проверь отдельно. Успешный маршрут сам по себе</a:t>
            </a:r>
            <a:endParaRPr lang="ru-RU" sz="2200" dirty="0"/>
          </a:p>
        </p:txBody>
      </p:sp>
      <p:sp>
        <p:nvSpPr>
          <p:cNvPr id="11" name="Text 8"/>
          <p:cNvSpPr/>
          <p:nvPr/>
        </p:nvSpPr>
        <p:spPr>
          <a:xfrm>
            <a:off x="685800" y="434086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подтверждает каждый пункт твоего плана.</a:t>
            </a:r>
            <a:endParaRPr lang="ru-RU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6.1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Практика: на поле машины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Придумай название миссии на подготовленном поле «Доставка на Марс» и</a:t>
            </a:r>
            <a:endParaRPr lang="ru-RU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3007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запиши проверяемую цель.</a:t>
            </a:r>
            <a:endParaRPr lang="ru-RU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28615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Сделай небольшой план: старт и направление, последовательность участков,</a:t>
            </a:r>
            <a:endParaRPr lang="ru-RU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21919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ожидаемый результат каждой части.</a:t>
            </a:r>
            <a:endParaRPr lang="ru-RU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780028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Собери или напиши программу. Если используешь цикл или условие, объясни,</a:t>
            </a:r>
            <a:endParaRPr lang="ru-RU" sz="2200" dirty="0"/>
          </a:p>
        </p:txBody>
      </p:sp>
      <p:sp>
        <p:nvSpPr>
          <p:cNvPr id="11" name="Text 8"/>
          <p:cNvSpPr/>
          <p:nvPr/>
        </p:nvSpPr>
        <p:spPr>
          <a:xfrm>
            <a:off x="685800" y="413766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оно здесь нужно.</a:t>
            </a:r>
            <a:endParaRPr lang="ru-RU" sz="2200" dirty="0"/>
          </a:p>
        </p:txBody>
      </p:sp>
      <p:sp>
        <p:nvSpPr>
          <p:cNvPr id="12" name="Text 9"/>
          <p:cNvSpPr/>
          <p:nvPr/>
        </p:nvSpPr>
        <p:spPr>
          <a:xfrm>
            <a:off x="685800" y="469849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Запусти полный маршрут и сверь результат со своим планом. Запиши одну</a:t>
            </a:r>
            <a:endParaRPr lang="ru-RU" sz="2200" dirty="0"/>
          </a:p>
        </p:txBody>
      </p:sp>
      <p:sp>
        <p:nvSpPr>
          <p:cNvPr id="13" name="Text 10"/>
          <p:cNvSpPr/>
          <p:nvPr/>
        </p:nvSpPr>
        <p:spPr>
          <a:xfrm>
            <a:off x="685800" y="505612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идею улучшения для следующего урока; отдельный свободный конструктор карт</a:t>
            </a:r>
            <a:endParaRPr lang="ru-RU" sz="2200" dirty="0"/>
          </a:p>
        </p:txBody>
      </p:sp>
      <p:sp>
        <p:nvSpPr>
          <p:cNvPr id="14" name="Text 11"/>
          <p:cNvSpPr/>
          <p:nvPr/>
        </p:nvSpPr>
        <p:spPr>
          <a:xfrm>
            <a:off x="685800" y="541375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 не используется.</a:t>
            </a:r>
            <a:endParaRPr lang="ru-RU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6.1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 для самопроверки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По каким признакам можно проверить цель твоей миссии?</a:t>
            </a:r>
            <a:endParaRPr lang="ru-RU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5039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Где в твоём маршруте действительно полезен цикл или if?</a:t>
            </a:r>
            <a:endParaRPr lang="ru-RU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30647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Что ты проверишь после добавления нового участка программы?</a:t>
            </a:r>
            <a:endParaRPr lang="ru-RU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62559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проекта связывает цель, программу и проверку результата.</a:t>
            </a:r>
            <a:endParaRPr lang="ru-RU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Планирование и разработка проекта</dc:title>
  <dc:subject>Учебные материалы, тема 6.1</dc:subject>
  <dc:creator>EasyCode</dc:creator>
  <cp:lastModifiedBy>EasyCode</cp:lastModifiedBy>
  <cp:revision>1</cp:revision>
  <dcterms:created xsi:type="dcterms:W3CDTF">2026-10-13T16:55:26Z</dcterms:created>
  <dcterms:modified xsi:type="dcterms:W3CDTF">2026-10-13T16:55:26Z</dcterms:modified>
</cp:coreProperties>
</file>