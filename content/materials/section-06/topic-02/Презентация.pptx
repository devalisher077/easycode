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6.2 «Тестирование, отладка и улучшение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6.2 «Тестирование, отладка и улучшение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6.2 «Тестирование, отладка и улучшение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6.2 «Тестирование, отладка и улучшение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6.2 «Тестирование, отладка и улучшение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6.2 «Тестирование, отладка и улучшение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6.2 «Тестирование, отладка и улучшение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838200"/>
            <a:ext cx="1082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8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6. Создание собственного проекта</a:t>
            </a:r>
            <a:endParaRPr lang="ru-RU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1968500"/>
            <a:ext cx="10820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Тестирование, отладка и улучшение</a:t>
            </a:r>
            <a:endParaRPr lang="ru-RU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2651252"/>
            <a:ext cx="10820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проекта</a:t>
            </a:r>
            <a:endParaRPr lang="ru-RU" sz="4200" dirty="0"/>
          </a:p>
        </p:txBody>
      </p:sp>
      <p:sp>
        <p:nvSpPr>
          <p:cNvPr id="8" name="Text 5"/>
          <p:cNvSpPr/>
          <p:nvPr/>
        </p:nvSpPr>
        <p:spPr>
          <a:xfrm>
            <a:off x="685800" y="4381500"/>
            <a:ext cx="10820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4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ошибок и проверка изменений</a:t>
            </a:r>
            <a:endParaRPr lang="ru-RU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и отладка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сравнивает ожидаемый результат с полученным.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Отладка помогает найти и исправить причину ошибки.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Улучшение делает работающую программу понятнее или удобнее.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проверь правильность маршрута. После каждого улучшения проверь её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снова.</a:t>
            </a:r>
            <a:endParaRPr lang="ru-RU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ошибки маршрута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robot.forward(2)</a:t>
            </a:r>
            <a:endParaRPr lang="ru-RU" sz="2100" dirty="0"/>
          </a:p>
        </p:txBody>
      </p:sp>
      <p:sp>
        <p:nvSpPr>
          <p:cNvPr id="7" name="Text 4"/>
          <p:cNvSpPr/>
          <p:nvPr/>
        </p:nvSpPr>
        <p:spPr>
          <a:xfrm>
            <a:off x="685800" y="22987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robot.turn_left()</a:t>
            </a:r>
            <a:endParaRPr lang="ru-RU" sz="2100" dirty="0"/>
          </a:p>
        </p:txBody>
      </p:sp>
      <p:sp>
        <p:nvSpPr>
          <p:cNvPr id="8" name="Text 5"/>
          <p:cNvSpPr/>
          <p:nvPr/>
        </p:nvSpPr>
        <p:spPr>
          <a:xfrm>
            <a:off x="685800" y="26543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robot.forward(3)</a:t>
            </a:r>
            <a:endParaRPr lang="ru-RU" sz="2100" dirty="0"/>
          </a:p>
        </p:txBody>
      </p:sp>
      <p:sp>
        <p:nvSpPr>
          <p:cNvPr id="9" name="Text 6"/>
          <p:cNvSpPr/>
          <p:nvPr/>
        </p:nvSpPr>
        <p:spPr>
          <a:xfrm>
            <a:off x="685800" y="33020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исходном поле после левого поворота машина пройдёт вверх одну клетку и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6596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встретит препятствие.</a:t>
            </a:r>
            <a:endParaRPr lang="ru-RU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42204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 записаны допустимо. Причина ошибки в выбранном пути: выполнить все</a:t>
            </a:r>
            <a:endParaRPr lang="ru-RU" sz="2200" dirty="0"/>
          </a:p>
        </p:txBody>
      </p:sp>
      <p:sp>
        <p:nvSpPr>
          <p:cNvPr id="12" name="Text 9"/>
          <p:cNvSpPr/>
          <p:nvPr/>
        </p:nvSpPr>
        <p:spPr>
          <a:xfrm>
            <a:off x="685800" y="45780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шага нельзя.</a:t>
            </a:r>
            <a:endParaRPr lang="ru-RU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 программы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каждой команды записывай клетку и направление машины.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цикла отмечай каждый повтор. Для if отмечай ответ и выбранную ветку.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Найди первое несовпадение с ожидаемым маршрутом.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Измени одну причину и снова запусти всю программу с исходного старта.</a:t>
            </a:r>
            <a:endParaRPr lang="ru-RU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после улучшения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Найди повторяющиеся движения, которые можно заменить циклом.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Убери только действительно лишние повороты.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 цель и весь маршрут до изменения и после него. Меньше строк не всегда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4223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означает меньше движений.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Чтение урока и мини-проверка не заменяют запуск практического проекта.</a:t>
            </a:r>
            <a:endParaRPr lang="ru-RU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на поле машины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Возьми программу своего проекта или пример с препятствием из этого урока.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3007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запуска запиши ожидаемый путь.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8615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Наблюдай выполнение и найди первое несовпадение с ожиданием. Отметь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2191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положение, направление и команду в этот момент.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7800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Исправь одну причину, затем заново проверь весь путь от исходного старта до</a:t>
            </a:r>
            <a:endParaRPr lang="ru-RU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413766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финиша.</a:t>
            </a:r>
            <a:endParaRPr lang="ru-RU" sz="2200" dirty="0"/>
          </a:p>
        </p:txBody>
      </p:sp>
      <p:sp>
        <p:nvSpPr>
          <p:cNvPr id="12" name="Text 9"/>
          <p:cNvSpPr/>
          <p:nvPr/>
        </p:nvSpPr>
        <p:spPr>
          <a:xfrm>
            <a:off x="685800" y="469849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Предложи одно осмысленное улучшение, например цикл для повторов. После</a:t>
            </a:r>
            <a:endParaRPr lang="ru-RU" sz="2200" dirty="0"/>
          </a:p>
        </p:txBody>
      </p:sp>
      <p:sp>
        <p:nvSpPr>
          <p:cNvPr id="13" name="Text 10"/>
          <p:cNvSpPr/>
          <p:nvPr/>
        </p:nvSpPr>
        <p:spPr>
          <a:xfrm>
            <a:off x="685800" y="505612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правки снова запусти программу и объясни результат проверки.</a:t>
            </a:r>
            <a:endParaRPr lang="ru-RU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для самопроверки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Как отличить неизвестную команду от ошибки маршрута?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Почему полезно искать первое несовпадение, а не менять всё сразу?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Чем ты докажешь, что улучшение сохранило правильный результат?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проект включает работающую программу и понятное объяснение её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проверки.</a:t>
            </a:r>
            <a:endParaRPr lang="ru-RU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Тестирование, отладка и улучшение проекта</dc:title>
  <dc:subject>Учебные материалы, тема 6.2</dc:subject>
  <dc:creator>EasyCode</dc:creator>
  <cp:lastModifiedBy>EasyCode</cp:lastModifiedBy>
  <cp:revision>1</cp:revision>
  <dcterms:created xsi:type="dcterms:W3CDTF">2026-10-13T16:55:26Z</dcterms:created>
  <dcterms:modified xsi:type="dcterms:W3CDTF">2026-10-13T16:55:26Z</dcterms:modified>
</cp:coreProperties>
</file>